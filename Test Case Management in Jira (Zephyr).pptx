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80" r:id="rId3"/>
    <p:sldId id="281" r:id="rId4"/>
    <p:sldId id="259" r:id="rId5"/>
    <p:sldId id="270" r:id="rId6"/>
    <p:sldId id="271" r:id="rId7"/>
    <p:sldId id="272" r:id="rId8"/>
    <p:sldId id="273" r:id="rId9"/>
    <p:sldId id="275" r:id="rId10"/>
    <p:sldId id="276" r:id="rId11"/>
    <p:sldId id="278" r:id="rId12"/>
    <p:sldId id="27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635E1E-640B-40F9-A62F-4C3C923EC3F0}" v="15" dt="2026-04-27T15:08:07.1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.mohanapriya95@outlook.com" userId="96b6f7c0349ee730" providerId="LiveId" clId="{EA7BFC2A-9185-401F-93BA-2FCC8FED350A}"/>
    <pc:docChg chg="undo custSel addSld delSld modSld sldOrd">
      <pc:chgData name="d.mohanapriya95@outlook.com" userId="96b6f7c0349ee730" providerId="LiveId" clId="{EA7BFC2A-9185-401F-93BA-2FCC8FED350A}" dt="2026-04-27T15:08:07.163" v="249"/>
      <pc:docMkLst>
        <pc:docMk/>
      </pc:docMkLst>
      <pc:sldChg chg="addSp new del mod">
        <pc:chgData name="d.mohanapriya95@outlook.com" userId="96b6f7c0349ee730" providerId="LiveId" clId="{EA7BFC2A-9185-401F-93BA-2FCC8FED350A}" dt="2026-04-27T14:28:48.307" v="45" actId="2696"/>
        <pc:sldMkLst>
          <pc:docMk/>
          <pc:sldMk cId="1186055678" sldId="256"/>
        </pc:sldMkLst>
        <pc:picChg chg="add">
          <ac:chgData name="d.mohanapriya95@outlook.com" userId="96b6f7c0349ee730" providerId="LiveId" clId="{EA7BFC2A-9185-401F-93BA-2FCC8FED350A}" dt="2026-04-27T05:01:58.589" v="1" actId="22"/>
          <ac:picMkLst>
            <pc:docMk/>
            <pc:sldMk cId="1186055678" sldId="256"/>
            <ac:picMk id="5" creationId="{B09F1A1C-E865-60D5-40F3-305CB22AAF82}"/>
          </ac:picMkLst>
        </pc:picChg>
      </pc:sldChg>
      <pc:sldChg chg="addSp new del mod">
        <pc:chgData name="d.mohanapriya95@outlook.com" userId="96b6f7c0349ee730" providerId="LiveId" clId="{EA7BFC2A-9185-401F-93BA-2FCC8FED350A}" dt="2026-04-27T14:34:38.070" v="108" actId="2696"/>
        <pc:sldMkLst>
          <pc:docMk/>
          <pc:sldMk cId="2185550938" sldId="257"/>
        </pc:sldMkLst>
        <pc:picChg chg="add">
          <ac:chgData name="d.mohanapriya95@outlook.com" userId="96b6f7c0349ee730" providerId="LiveId" clId="{EA7BFC2A-9185-401F-93BA-2FCC8FED350A}" dt="2026-04-27T05:03:53.716" v="3" actId="22"/>
          <ac:picMkLst>
            <pc:docMk/>
            <pc:sldMk cId="2185550938" sldId="257"/>
            <ac:picMk id="5" creationId="{2908BDB2-1B68-13E5-1048-E749DC8D2A29}"/>
          </ac:picMkLst>
        </pc:picChg>
      </pc:sldChg>
      <pc:sldChg chg="addSp modSp new del mod">
        <pc:chgData name="d.mohanapriya95@outlook.com" userId="96b6f7c0349ee730" providerId="LiveId" clId="{EA7BFC2A-9185-401F-93BA-2FCC8FED350A}" dt="2026-04-27T14:40:26.465" v="117" actId="47"/>
        <pc:sldMkLst>
          <pc:docMk/>
          <pc:sldMk cId="3744504672" sldId="258"/>
        </pc:sldMkLst>
        <pc:spChg chg="add mod">
          <ac:chgData name="d.mohanapriya95@outlook.com" userId="96b6f7c0349ee730" providerId="LiveId" clId="{EA7BFC2A-9185-401F-93BA-2FCC8FED350A}" dt="2026-04-27T14:39:27.860" v="112" actId="208"/>
          <ac:spMkLst>
            <pc:docMk/>
            <pc:sldMk cId="3744504672" sldId="258"/>
            <ac:spMk id="4" creationId="{D5D593AA-5A01-F29A-336E-3760A8CF9DD2}"/>
          </ac:spMkLst>
        </pc:spChg>
        <pc:picChg chg="add mod">
          <ac:chgData name="d.mohanapriya95@outlook.com" userId="96b6f7c0349ee730" providerId="LiveId" clId="{EA7BFC2A-9185-401F-93BA-2FCC8FED350A}" dt="2026-04-27T14:40:14.112" v="115" actId="1076"/>
          <ac:picMkLst>
            <pc:docMk/>
            <pc:sldMk cId="3744504672" sldId="258"/>
            <ac:picMk id="5" creationId="{C40F1C62-70B4-828B-51CB-7E81A3F8B549}"/>
          </ac:picMkLst>
        </pc:picChg>
      </pc:sldChg>
      <pc:sldChg chg="addSp delSp modSp new mod">
        <pc:chgData name="d.mohanapriya95@outlook.com" userId="96b6f7c0349ee730" providerId="LiveId" clId="{EA7BFC2A-9185-401F-93BA-2FCC8FED350A}" dt="2026-04-27T14:46:38.310" v="158" actId="1036"/>
        <pc:sldMkLst>
          <pc:docMk/>
          <pc:sldMk cId="745140819" sldId="259"/>
        </pc:sldMkLst>
        <pc:spChg chg="mod">
          <ac:chgData name="d.mohanapriya95@outlook.com" userId="96b6f7c0349ee730" providerId="LiveId" clId="{EA7BFC2A-9185-401F-93BA-2FCC8FED350A}" dt="2026-04-27T14:43:32.879" v="138" actId="27636"/>
          <ac:spMkLst>
            <pc:docMk/>
            <pc:sldMk cId="745140819" sldId="259"/>
            <ac:spMk id="2" creationId="{2479CDC5-D4C2-FA79-100C-0526D5E8242E}"/>
          </ac:spMkLst>
        </pc:spChg>
        <pc:spChg chg="add del">
          <ac:chgData name="d.mohanapriya95@outlook.com" userId="96b6f7c0349ee730" providerId="LiveId" clId="{EA7BFC2A-9185-401F-93BA-2FCC8FED350A}" dt="2026-04-27T14:45:00.205" v="144" actId="478"/>
          <ac:spMkLst>
            <pc:docMk/>
            <pc:sldMk cId="745140819" sldId="259"/>
            <ac:spMk id="4" creationId="{14442DE1-EF06-CD37-7003-F40C530B872F}"/>
          </ac:spMkLst>
        </pc:spChg>
        <pc:spChg chg="add mod">
          <ac:chgData name="d.mohanapriya95@outlook.com" userId="96b6f7c0349ee730" providerId="LiveId" clId="{EA7BFC2A-9185-401F-93BA-2FCC8FED350A}" dt="2026-04-27T14:45:25.915" v="150" actId="14100"/>
          <ac:spMkLst>
            <pc:docMk/>
            <pc:sldMk cId="745140819" sldId="259"/>
            <ac:spMk id="6" creationId="{195DC7D0-2210-96BE-B7EA-570B9AF3708E}"/>
          </ac:spMkLst>
        </pc:spChg>
        <pc:spChg chg="add mod">
          <ac:chgData name="d.mohanapriya95@outlook.com" userId="96b6f7c0349ee730" providerId="LiveId" clId="{EA7BFC2A-9185-401F-93BA-2FCC8FED350A}" dt="2026-04-27T14:46:30.084" v="153" actId="208"/>
          <ac:spMkLst>
            <pc:docMk/>
            <pc:sldMk cId="745140819" sldId="259"/>
            <ac:spMk id="7" creationId="{4BFAA4AB-5C22-E6D1-343D-E56F355874E9}"/>
          </ac:spMkLst>
        </pc:spChg>
        <pc:picChg chg="add mod">
          <ac:chgData name="d.mohanapriya95@outlook.com" userId="96b6f7c0349ee730" providerId="LiveId" clId="{EA7BFC2A-9185-401F-93BA-2FCC8FED350A}" dt="2026-04-27T14:46:38.310" v="158" actId="1036"/>
          <ac:picMkLst>
            <pc:docMk/>
            <pc:sldMk cId="745140819" sldId="259"/>
            <ac:picMk id="5" creationId="{A766F676-BA38-7D9A-702C-8751D45F7697}"/>
          </ac:picMkLst>
        </pc:picChg>
      </pc:sldChg>
      <pc:sldChg chg="addSp new del mod">
        <pc:chgData name="d.mohanapriya95@outlook.com" userId="96b6f7c0349ee730" providerId="LiveId" clId="{EA7BFC2A-9185-401F-93BA-2FCC8FED350A}" dt="2026-04-27T14:50:16.907" v="160" actId="47"/>
        <pc:sldMkLst>
          <pc:docMk/>
          <pc:sldMk cId="59201468" sldId="260"/>
        </pc:sldMkLst>
        <pc:picChg chg="add">
          <ac:chgData name="d.mohanapriya95@outlook.com" userId="96b6f7c0349ee730" providerId="LiveId" clId="{EA7BFC2A-9185-401F-93BA-2FCC8FED350A}" dt="2026-04-27T05:10:26.311" v="9" actId="22"/>
          <ac:picMkLst>
            <pc:docMk/>
            <pc:sldMk cId="59201468" sldId="260"/>
            <ac:picMk id="5" creationId="{23291125-C938-66E1-8076-77D996B0D4C6}"/>
          </ac:picMkLst>
        </pc:picChg>
      </pc:sldChg>
      <pc:sldChg chg="addSp new del mod">
        <pc:chgData name="d.mohanapriya95@outlook.com" userId="96b6f7c0349ee730" providerId="LiveId" clId="{EA7BFC2A-9185-401F-93BA-2FCC8FED350A}" dt="2026-04-27T14:50:21.730" v="161" actId="47"/>
        <pc:sldMkLst>
          <pc:docMk/>
          <pc:sldMk cId="3046652547" sldId="261"/>
        </pc:sldMkLst>
        <pc:picChg chg="add">
          <ac:chgData name="d.mohanapriya95@outlook.com" userId="96b6f7c0349ee730" providerId="LiveId" clId="{EA7BFC2A-9185-401F-93BA-2FCC8FED350A}" dt="2026-04-27T05:37:39.378" v="11" actId="22"/>
          <ac:picMkLst>
            <pc:docMk/>
            <pc:sldMk cId="3046652547" sldId="261"/>
            <ac:picMk id="5" creationId="{5D264141-BB11-F26F-BF38-6637D74BEB7F}"/>
          </ac:picMkLst>
        </pc:picChg>
      </pc:sldChg>
      <pc:sldChg chg="addSp new del mod">
        <pc:chgData name="d.mohanapriya95@outlook.com" userId="96b6f7c0349ee730" providerId="LiveId" clId="{EA7BFC2A-9185-401F-93BA-2FCC8FED350A}" dt="2026-04-27T14:50:23.506" v="162" actId="47"/>
        <pc:sldMkLst>
          <pc:docMk/>
          <pc:sldMk cId="1541953114" sldId="262"/>
        </pc:sldMkLst>
        <pc:picChg chg="add">
          <ac:chgData name="d.mohanapriya95@outlook.com" userId="96b6f7c0349ee730" providerId="LiveId" clId="{EA7BFC2A-9185-401F-93BA-2FCC8FED350A}" dt="2026-04-27T05:38:16.198" v="13" actId="22"/>
          <ac:picMkLst>
            <pc:docMk/>
            <pc:sldMk cId="1541953114" sldId="262"/>
            <ac:picMk id="5" creationId="{63FFAB7A-A4BD-DDE6-B65D-658156243BB7}"/>
          </ac:picMkLst>
        </pc:picChg>
      </pc:sldChg>
      <pc:sldChg chg="addSp new del mod">
        <pc:chgData name="d.mohanapriya95@outlook.com" userId="96b6f7c0349ee730" providerId="LiveId" clId="{EA7BFC2A-9185-401F-93BA-2FCC8FED350A}" dt="2026-04-27T14:50:27.679" v="163" actId="47"/>
        <pc:sldMkLst>
          <pc:docMk/>
          <pc:sldMk cId="3278217009" sldId="263"/>
        </pc:sldMkLst>
        <pc:picChg chg="add">
          <ac:chgData name="d.mohanapriya95@outlook.com" userId="96b6f7c0349ee730" providerId="LiveId" clId="{EA7BFC2A-9185-401F-93BA-2FCC8FED350A}" dt="2026-04-27T05:41:10.397" v="15" actId="22"/>
          <ac:picMkLst>
            <pc:docMk/>
            <pc:sldMk cId="3278217009" sldId="263"/>
            <ac:picMk id="5" creationId="{8DE027DC-8203-FE08-B6D8-586E77C5AD55}"/>
          </ac:picMkLst>
        </pc:picChg>
      </pc:sldChg>
      <pc:sldChg chg="addSp new del mod">
        <pc:chgData name="d.mohanapriya95@outlook.com" userId="96b6f7c0349ee730" providerId="LiveId" clId="{EA7BFC2A-9185-401F-93BA-2FCC8FED350A}" dt="2026-04-27T14:50:30.010" v="164" actId="47"/>
        <pc:sldMkLst>
          <pc:docMk/>
          <pc:sldMk cId="1824000475" sldId="264"/>
        </pc:sldMkLst>
        <pc:picChg chg="add">
          <ac:chgData name="d.mohanapriya95@outlook.com" userId="96b6f7c0349ee730" providerId="LiveId" clId="{EA7BFC2A-9185-401F-93BA-2FCC8FED350A}" dt="2026-04-27T05:41:57.933" v="17" actId="22"/>
          <ac:picMkLst>
            <pc:docMk/>
            <pc:sldMk cId="1824000475" sldId="264"/>
            <ac:picMk id="5" creationId="{542A3425-49E9-D2AD-3EBB-24FC65D2582D}"/>
          </ac:picMkLst>
        </pc:picChg>
      </pc:sldChg>
      <pc:sldChg chg="addSp modSp new del mod">
        <pc:chgData name="d.mohanapriya95@outlook.com" userId="96b6f7c0349ee730" providerId="LiveId" clId="{EA7BFC2A-9185-401F-93BA-2FCC8FED350A}" dt="2026-04-27T14:50:32.714" v="165" actId="47"/>
        <pc:sldMkLst>
          <pc:docMk/>
          <pc:sldMk cId="4112353255" sldId="265"/>
        </pc:sldMkLst>
        <pc:spChg chg="mod">
          <ac:chgData name="d.mohanapriya95@outlook.com" userId="96b6f7c0349ee730" providerId="LiveId" clId="{EA7BFC2A-9185-401F-93BA-2FCC8FED350A}" dt="2026-04-27T05:42:20.416" v="19" actId="113"/>
          <ac:spMkLst>
            <pc:docMk/>
            <pc:sldMk cId="4112353255" sldId="265"/>
            <ac:spMk id="3" creationId="{D1A1C237-93EE-8F21-6992-2CB82C7043DF}"/>
          </ac:spMkLst>
        </pc:spChg>
        <pc:picChg chg="add">
          <ac:chgData name="d.mohanapriya95@outlook.com" userId="96b6f7c0349ee730" providerId="LiveId" clId="{EA7BFC2A-9185-401F-93BA-2FCC8FED350A}" dt="2026-04-27T05:42:21.766" v="20" actId="22"/>
          <ac:picMkLst>
            <pc:docMk/>
            <pc:sldMk cId="4112353255" sldId="265"/>
            <ac:picMk id="5" creationId="{5A688D2A-7520-10FB-DAA0-2762BC6208FE}"/>
          </ac:picMkLst>
        </pc:picChg>
      </pc:sldChg>
      <pc:sldChg chg="addSp delSp modSp new del mod">
        <pc:chgData name="d.mohanapriya95@outlook.com" userId="96b6f7c0349ee730" providerId="LiveId" clId="{EA7BFC2A-9185-401F-93BA-2FCC8FED350A}" dt="2026-04-27T05:44:15.262" v="24" actId="2696"/>
        <pc:sldMkLst>
          <pc:docMk/>
          <pc:sldMk cId="126362004" sldId="266"/>
        </pc:sldMkLst>
        <pc:spChg chg="add del">
          <ac:chgData name="d.mohanapriya95@outlook.com" userId="96b6f7c0349ee730" providerId="LiveId" clId="{EA7BFC2A-9185-401F-93BA-2FCC8FED350A}" dt="2026-04-27T05:44:10.048" v="23" actId="22"/>
          <ac:spMkLst>
            <pc:docMk/>
            <pc:sldMk cId="126362004" sldId="266"/>
            <ac:spMk id="3" creationId="{D9F4CC97-E255-A985-9DC2-13A8F7FDA40C}"/>
          </ac:spMkLst>
        </pc:spChg>
        <pc:picChg chg="add del mod ord">
          <ac:chgData name="d.mohanapriya95@outlook.com" userId="96b6f7c0349ee730" providerId="LiveId" clId="{EA7BFC2A-9185-401F-93BA-2FCC8FED350A}" dt="2026-04-27T05:44:10.048" v="23" actId="22"/>
          <ac:picMkLst>
            <pc:docMk/>
            <pc:sldMk cId="126362004" sldId="266"/>
            <ac:picMk id="5" creationId="{49EEB381-6DFE-6D48-CDF7-A13CC125C114}"/>
          </ac:picMkLst>
        </pc:picChg>
      </pc:sldChg>
      <pc:sldChg chg="addSp new del mod">
        <pc:chgData name="d.mohanapriya95@outlook.com" userId="96b6f7c0349ee730" providerId="LiveId" clId="{EA7BFC2A-9185-401F-93BA-2FCC8FED350A}" dt="2026-04-27T14:50:36.675" v="166" actId="47"/>
        <pc:sldMkLst>
          <pc:docMk/>
          <pc:sldMk cId="3734531949" sldId="266"/>
        </pc:sldMkLst>
        <pc:picChg chg="add">
          <ac:chgData name="d.mohanapriya95@outlook.com" userId="96b6f7c0349ee730" providerId="LiveId" clId="{EA7BFC2A-9185-401F-93BA-2FCC8FED350A}" dt="2026-04-27T05:44:19.685" v="26" actId="22"/>
          <ac:picMkLst>
            <pc:docMk/>
            <pc:sldMk cId="3734531949" sldId="266"/>
            <ac:picMk id="5" creationId="{E5F225C3-010F-009E-C389-B90F3C0793FF}"/>
          </ac:picMkLst>
        </pc:picChg>
      </pc:sldChg>
      <pc:sldChg chg="addSp new del mod">
        <pc:chgData name="d.mohanapriya95@outlook.com" userId="96b6f7c0349ee730" providerId="LiveId" clId="{EA7BFC2A-9185-401F-93BA-2FCC8FED350A}" dt="2026-04-27T14:51:12.009" v="168" actId="47"/>
        <pc:sldMkLst>
          <pc:docMk/>
          <pc:sldMk cId="375912089" sldId="267"/>
        </pc:sldMkLst>
        <pc:picChg chg="add">
          <ac:chgData name="d.mohanapriya95@outlook.com" userId="96b6f7c0349ee730" providerId="LiveId" clId="{EA7BFC2A-9185-401F-93BA-2FCC8FED350A}" dt="2026-04-27T05:46:53.416" v="28" actId="22"/>
          <ac:picMkLst>
            <pc:docMk/>
            <pc:sldMk cId="375912089" sldId="267"/>
            <ac:picMk id="5" creationId="{6180CBE0-2745-251D-6B00-FD0CD29AC0AD}"/>
          </ac:picMkLst>
        </pc:picChg>
      </pc:sldChg>
      <pc:sldChg chg="addSp new del mod">
        <pc:chgData name="d.mohanapriya95@outlook.com" userId="96b6f7c0349ee730" providerId="LiveId" clId="{EA7BFC2A-9185-401F-93BA-2FCC8FED350A}" dt="2026-04-27T14:50:50.601" v="167" actId="47"/>
        <pc:sldMkLst>
          <pc:docMk/>
          <pc:sldMk cId="4262082682" sldId="268"/>
        </pc:sldMkLst>
        <pc:picChg chg="add">
          <ac:chgData name="d.mohanapriya95@outlook.com" userId="96b6f7c0349ee730" providerId="LiveId" clId="{EA7BFC2A-9185-401F-93BA-2FCC8FED350A}" dt="2026-04-27T05:50:00.811" v="30" actId="22"/>
          <ac:picMkLst>
            <pc:docMk/>
            <pc:sldMk cId="4262082682" sldId="268"/>
            <ac:picMk id="5" creationId="{B055EA89-6838-3C51-55B2-460FD4662A5B}"/>
          </ac:picMkLst>
        </pc:picChg>
      </pc:sldChg>
      <pc:sldChg chg="addSp new del mod">
        <pc:chgData name="d.mohanapriya95@outlook.com" userId="96b6f7c0349ee730" providerId="LiveId" clId="{EA7BFC2A-9185-401F-93BA-2FCC8FED350A}" dt="2026-04-27T14:51:13.787" v="169" actId="47"/>
        <pc:sldMkLst>
          <pc:docMk/>
          <pc:sldMk cId="2831405268" sldId="269"/>
        </pc:sldMkLst>
        <pc:picChg chg="add">
          <ac:chgData name="d.mohanapriya95@outlook.com" userId="96b6f7c0349ee730" providerId="LiveId" clId="{EA7BFC2A-9185-401F-93BA-2FCC8FED350A}" dt="2026-04-27T05:53:05.028" v="32" actId="22"/>
          <ac:picMkLst>
            <pc:docMk/>
            <pc:sldMk cId="2831405268" sldId="269"/>
            <ac:picMk id="5" creationId="{144FA25A-92A2-67B0-FE8D-B0CD6F67E773}"/>
          </ac:picMkLst>
        </pc:picChg>
      </pc:sldChg>
      <pc:sldChg chg="addSp delSp modSp new mod">
        <pc:chgData name="d.mohanapriya95@outlook.com" userId="96b6f7c0349ee730" providerId="LiveId" clId="{EA7BFC2A-9185-401F-93BA-2FCC8FED350A}" dt="2026-04-27T14:56:09.676" v="192" actId="208"/>
        <pc:sldMkLst>
          <pc:docMk/>
          <pc:sldMk cId="4154442491" sldId="270"/>
        </pc:sldMkLst>
        <pc:spChg chg="mod">
          <ac:chgData name="d.mohanapriya95@outlook.com" userId="96b6f7c0349ee730" providerId="LiveId" clId="{EA7BFC2A-9185-401F-93BA-2FCC8FED350A}" dt="2026-04-27T14:53:57.818" v="179" actId="255"/>
          <ac:spMkLst>
            <pc:docMk/>
            <pc:sldMk cId="4154442491" sldId="270"/>
            <ac:spMk id="2" creationId="{F2AEA054-B149-A0D9-2FE7-DCE864C3BE99}"/>
          </ac:spMkLst>
        </pc:spChg>
        <pc:spChg chg="add mod">
          <ac:chgData name="d.mohanapriya95@outlook.com" userId="96b6f7c0349ee730" providerId="LiveId" clId="{EA7BFC2A-9185-401F-93BA-2FCC8FED350A}" dt="2026-04-27T14:54:45.093" v="186" actId="14100"/>
          <ac:spMkLst>
            <pc:docMk/>
            <pc:sldMk cId="4154442491" sldId="270"/>
            <ac:spMk id="4" creationId="{04442F87-8577-9C37-7787-6132A8799EB8}"/>
          </ac:spMkLst>
        </pc:spChg>
        <pc:picChg chg="add mod">
          <ac:chgData name="d.mohanapriya95@outlook.com" userId="96b6f7c0349ee730" providerId="LiveId" clId="{EA7BFC2A-9185-401F-93BA-2FCC8FED350A}" dt="2026-04-27T14:54:04.612" v="180" actId="14100"/>
          <ac:picMkLst>
            <pc:docMk/>
            <pc:sldMk cId="4154442491" sldId="270"/>
            <ac:picMk id="5" creationId="{79445AC8-EAE2-338C-FFBC-E7BD86DED267}"/>
          </ac:picMkLst>
        </pc:picChg>
        <pc:cxnChg chg="add del">
          <ac:chgData name="d.mohanapriya95@outlook.com" userId="96b6f7c0349ee730" providerId="LiveId" clId="{EA7BFC2A-9185-401F-93BA-2FCC8FED350A}" dt="2026-04-27T14:55:18.083" v="188" actId="478"/>
          <ac:cxnSpMkLst>
            <pc:docMk/>
            <pc:sldMk cId="4154442491" sldId="270"/>
            <ac:cxnSpMk id="7" creationId="{03566C3D-AB49-AD57-3849-37F00FFA09B2}"/>
          </ac:cxnSpMkLst>
        </pc:cxnChg>
        <pc:cxnChg chg="add mod">
          <ac:chgData name="d.mohanapriya95@outlook.com" userId="96b6f7c0349ee730" providerId="LiveId" clId="{EA7BFC2A-9185-401F-93BA-2FCC8FED350A}" dt="2026-04-27T14:55:41.572" v="190" actId="208"/>
          <ac:cxnSpMkLst>
            <pc:docMk/>
            <pc:sldMk cId="4154442491" sldId="270"/>
            <ac:cxnSpMk id="9" creationId="{40B06808-4A4E-325F-0478-5F9222056FD9}"/>
          </ac:cxnSpMkLst>
        </pc:cxnChg>
        <pc:cxnChg chg="add mod">
          <ac:chgData name="d.mohanapriya95@outlook.com" userId="96b6f7c0349ee730" providerId="LiveId" clId="{EA7BFC2A-9185-401F-93BA-2FCC8FED350A}" dt="2026-04-27T14:56:09.676" v="192" actId="208"/>
          <ac:cxnSpMkLst>
            <pc:docMk/>
            <pc:sldMk cId="4154442491" sldId="270"/>
            <ac:cxnSpMk id="11" creationId="{3EB0BD84-A2D5-7D97-E465-3D70B383E27D}"/>
          </ac:cxnSpMkLst>
        </pc:cxnChg>
      </pc:sldChg>
      <pc:sldChg chg="addSp delSp modSp new del mod">
        <pc:chgData name="d.mohanapriya95@outlook.com" userId="96b6f7c0349ee730" providerId="LiveId" clId="{EA7BFC2A-9185-401F-93BA-2FCC8FED350A}" dt="2026-04-27T06:01:10.237" v="37" actId="2696"/>
        <pc:sldMkLst>
          <pc:docMk/>
          <pc:sldMk cId="1702551746" sldId="271"/>
        </pc:sldMkLst>
        <pc:spChg chg="del">
          <ac:chgData name="d.mohanapriya95@outlook.com" userId="96b6f7c0349ee730" providerId="LiveId" clId="{EA7BFC2A-9185-401F-93BA-2FCC8FED350A}" dt="2026-04-27T06:00:59.084" v="36" actId="22"/>
          <ac:spMkLst>
            <pc:docMk/>
            <pc:sldMk cId="1702551746" sldId="271"/>
            <ac:spMk id="3" creationId="{139214D5-07AD-6A35-2206-653FE4801E5F}"/>
          </ac:spMkLst>
        </pc:spChg>
        <pc:picChg chg="add mod ord">
          <ac:chgData name="d.mohanapriya95@outlook.com" userId="96b6f7c0349ee730" providerId="LiveId" clId="{EA7BFC2A-9185-401F-93BA-2FCC8FED350A}" dt="2026-04-27T06:00:59.084" v="36" actId="22"/>
          <ac:picMkLst>
            <pc:docMk/>
            <pc:sldMk cId="1702551746" sldId="271"/>
            <ac:picMk id="5" creationId="{F56C4C47-EE97-3F26-9C70-52847BF42F17}"/>
          </ac:picMkLst>
        </pc:picChg>
      </pc:sldChg>
      <pc:sldChg chg="addSp modSp new mod">
        <pc:chgData name="d.mohanapriya95@outlook.com" userId="96b6f7c0349ee730" providerId="LiveId" clId="{EA7BFC2A-9185-401F-93BA-2FCC8FED350A}" dt="2026-04-27T06:01:19.246" v="40" actId="1035"/>
        <pc:sldMkLst>
          <pc:docMk/>
          <pc:sldMk cId="1705714411" sldId="271"/>
        </pc:sldMkLst>
        <pc:picChg chg="add mod">
          <ac:chgData name="d.mohanapriya95@outlook.com" userId="96b6f7c0349ee730" providerId="LiveId" clId="{EA7BFC2A-9185-401F-93BA-2FCC8FED350A}" dt="2026-04-27T06:01:19.246" v="40" actId="1035"/>
          <ac:picMkLst>
            <pc:docMk/>
            <pc:sldMk cId="1705714411" sldId="271"/>
            <ac:picMk id="5" creationId="{CCF73F2E-6933-436D-7CCF-7B2EF07DE58C}"/>
          </ac:picMkLst>
        </pc:picChg>
      </pc:sldChg>
      <pc:sldChg chg="addSp new mod">
        <pc:chgData name="d.mohanapriya95@outlook.com" userId="96b6f7c0349ee730" providerId="LiveId" clId="{EA7BFC2A-9185-401F-93BA-2FCC8FED350A}" dt="2026-04-27T06:03:13.567" v="42" actId="22"/>
        <pc:sldMkLst>
          <pc:docMk/>
          <pc:sldMk cId="4002208026" sldId="272"/>
        </pc:sldMkLst>
        <pc:picChg chg="add">
          <ac:chgData name="d.mohanapriya95@outlook.com" userId="96b6f7c0349ee730" providerId="LiveId" clId="{EA7BFC2A-9185-401F-93BA-2FCC8FED350A}" dt="2026-04-27T06:03:13.567" v="42" actId="22"/>
          <ac:picMkLst>
            <pc:docMk/>
            <pc:sldMk cId="4002208026" sldId="272"/>
            <ac:picMk id="5" creationId="{7F8C648B-AD41-B611-918D-98B183CF5E0B}"/>
          </ac:picMkLst>
        </pc:picChg>
      </pc:sldChg>
      <pc:sldChg chg="addSp modSp new mod">
        <pc:chgData name="d.mohanapriya95@outlook.com" userId="96b6f7c0349ee730" providerId="LiveId" clId="{EA7BFC2A-9185-401F-93BA-2FCC8FED350A}" dt="2026-04-27T14:58:42.467" v="216" actId="208"/>
        <pc:sldMkLst>
          <pc:docMk/>
          <pc:sldMk cId="1331676397" sldId="273"/>
        </pc:sldMkLst>
        <pc:spChg chg="mod">
          <ac:chgData name="d.mohanapriya95@outlook.com" userId="96b6f7c0349ee730" providerId="LiveId" clId="{EA7BFC2A-9185-401F-93BA-2FCC8FED350A}" dt="2026-04-27T14:57:42.726" v="211" actId="20577"/>
          <ac:spMkLst>
            <pc:docMk/>
            <pc:sldMk cId="1331676397" sldId="273"/>
            <ac:spMk id="2" creationId="{83D8D295-F72A-6BB1-8F76-6B607949374B}"/>
          </ac:spMkLst>
        </pc:spChg>
        <pc:picChg chg="add mod">
          <ac:chgData name="d.mohanapriya95@outlook.com" userId="96b6f7c0349ee730" providerId="LiveId" clId="{EA7BFC2A-9185-401F-93BA-2FCC8FED350A}" dt="2026-04-27T14:57:48.682" v="212" actId="14100"/>
          <ac:picMkLst>
            <pc:docMk/>
            <pc:sldMk cId="1331676397" sldId="273"/>
            <ac:picMk id="5" creationId="{2B145F20-93FC-BF74-10DA-1CC7AA236FDF}"/>
          </ac:picMkLst>
        </pc:picChg>
        <pc:cxnChg chg="add mod">
          <ac:chgData name="d.mohanapriya95@outlook.com" userId="96b6f7c0349ee730" providerId="LiveId" clId="{EA7BFC2A-9185-401F-93BA-2FCC8FED350A}" dt="2026-04-27T14:58:12.030" v="214" actId="208"/>
          <ac:cxnSpMkLst>
            <pc:docMk/>
            <pc:sldMk cId="1331676397" sldId="273"/>
            <ac:cxnSpMk id="6" creationId="{B31330DD-3523-6733-3FC0-C48F8C54C072}"/>
          </ac:cxnSpMkLst>
        </pc:cxnChg>
        <pc:cxnChg chg="add mod">
          <ac:chgData name="d.mohanapriya95@outlook.com" userId="96b6f7c0349ee730" providerId="LiveId" clId="{EA7BFC2A-9185-401F-93BA-2FCC8FED350A}" dt="2026-04-27T14:58:42.467" v="216" actId="208"/>
          <ac:cxnSpMkLst>
            <pc:docMk/>
            <pc:sldMk cId="1331676397" sldId="273"/>
            <ac:cxnSpMk id="8" creationId="{AC9B9469-248A-1BAA-CCC2-C83C09BA1F0D}"/>
          </ac:cxnSpMkLst>
        </pc:cxnChg>
      </pc:sldChg>
      <pc:sldChg chg="addSp delSp modSp mod">
        <pc:chgData name="d.mohanapriya95@outlook.com" userId="96b6f7c0349ee730" providerId="LiveId" clId="{EA7BFC2A-9185-401F-93BA-2FCC8FED350A}" dt="2026-04-27T15:01:48.753" v="231" actId="208"/>
        <pc:sldMkLst>
          <pc:docMk/>
          <pc:sldMk cId="1226958326" sldId="278"/>
        </pc:sldMkLst>
        <pc:spChg chg="mod">
          <ac:chgData name="d.mohanapriya95@outlook.com" userId="96b6f7c0349ee730" providerId="LiveId" clId="{EA7BFC2A-9185-401F-93BA-2FCC8FED350A}" dt="2026-04-27T15:00:46.688" v="226" actId="14100"/>
          <ac:spMkLst>
            <pc:docMk/>
            <pc:sldMk cId="1226958326" sldId="278"/>
            <ac:spMk id="2" creationId="{AB30C887-2005-B918-59A3-F4759618EE50}"/>
          </ac:spMkLst>
        </pc:spChg>
        <pc:picChg chg="mod">
          <ac:chgData name="d.mohanapriya95@outlook.com" userId="96b6f7c0349ee730" providerId="LiveId" clId="{EA7BFC2A-9185-401F-93BA-2FCC8FED350A}" dt="2026-04-27T15:00:50.248" v="227" actId="14100"/>
          <ac:picMkLst>
            <pc:docMk/>
            <pc:sldMk cId="1226958326" sldId="278"/>
            <ac:picMk id="5" creationId="{5BA244D6-A926-6DE0-B931-BAFE6EDAFDCF}"/>
          </ac:picMkLst>
        </pc:picChg>
        <pc:cxnChg chg="add del">
          <ac:chgData name="d.mohanapriya95@outlook.com" userId="96b6f7c0349ee730" providerId="LiveId" clId="{EA7BFC2A-9185-401F-93BA-2FCC8FED350A}" dt="2026-04-27T15:01:36.847" v="229" actId="478"/>
          <ac:cxnSpMkLst>
            <pc:docMk/>
            <pc:sldMk cId="1226958326" sldId="278"/>
            <ac:cxnSpMk id="6" creationId="{3CD1E1CA-FDAA-1133-89C5-239DE0426E9A}"/>
          </ac:cxnSpMkLst>
        </pc:cxnChg>
        <pc:cxnChg chg="add mod">
          <ac:chgData name="d.mohanapriya95@outlook.com" userId="96b6f7c0349ee730" providerId="LiveId" clId="{EA7BFC2A-9185-401F-93BA-2FCC8FED350A}" dt="2026-04-27T15:01:48.753" v="231" actId="208"/>
          <ac:cxnSpMkLst>
            <pc:docMk/>
            <pc:sldMk cId="1226958326" sldId="278"/>
            <ac:cxnSpMk id="8" creationId="{AC3CADFC-C2AE-8D3A-0F81-FE2578B390AD}"/>
          </ac:cxnSpMkLst>
        </pc:cxnChg>
      </pc:sldChg>
      <pc:sldChg chg="modSp mod">
        <pc:chgData name="d.mohanapriya95@outlook.com" userId="96b6f7c0349ee730" providerId="LiveId" clId="{EA7BFC2A-9185-401F-93BA-2FCC8FED350A}" dt="2026-04-27T15:03:51.678" v="243" actId="14100"/>
        <pc:sldMkLst>
          <pc:docMk/>
          <pc:sldMk cId="1358763948" sldId="279"/>
        </pc:sldMkLst>
        <pc:spChg chg="mod">
          <ac:chgData name="d.mohanapriya95@outlook.com" userId="96b6f7c0349ee730" providerId="LiveId" clId="{EA7BFC2A-9185-401F-93BA-2FCC8FED350A}" dt="2026-04-27T15:03:47.327" v="242" actId="27636"/>
          <ac:spMkLst>
            <pc:docMk/>
            <pc:sldMk cId="1358763948" sldId="279"/>
            <ac:spMk id="2" creationId="{12CF8C2C-A49E-5EAC-C0B9-22E45C313493}"/>
          </ac:spMkLst>
        </pc:spChg>
        <pc:picChg chg="mod">
          <ac:chgData name="d.mohanapriya95@outlook.com" userId="96b6f7c0349ee730" providerId="LiveId" clId="{EA7BFC2A-9185-401F-93BA-2FCC8FED350A}" dt="2026-04-27T15:03:51.678" v="243" actId="14100"/>
          <ac:picMkLst>
            <pc:docMk/>
            <pc:sldMk cId="1358763948" sldId="279"/>
            <ac:picMk id="5" creationId="{BD72F180-2FD2-832B-B77D-56C94C34B2D0}"/>
          </ac:picMkLst>
        </pc:picChg>
      </pc:sldChg>
      <pc:sldChg chg="addSp delSp modSp new mod">
        <pc:chgData name="d.mohanapriya95@outlook.com" userId="96b6f7c0349ee730" providerId="LiveId" clId="{EA7BFC2A-9185-401F-93BA-2FCC8FED350A}" dt="2026-04-27T14:46:48.178" v="159" actId="1076"/>
        <pc:sldMkLst>
          <pc:docMk/>
          <pc:sldMk cId="1223136857" sldId="280"/>
        </pc:sldMkLst>
        <pc:spChg chg="add del mod">
          <ac:chgData name="d.mohanapriya95@outlook.com" userId="96b6f7c0349ee730" providerId="LiveId" clId="{EA7BFC2A-9185-401F-93BA-2FCC8FED350A}" dt="2026-04-27T14:31:55.306" v="88" actId="478"/>
          <ac:spMkLst>
            <pc:docMk/>
            <pc:sldMk cId="1223136857" sldId="280"/>
            <ac:spMk id="3" creationId="{5DF0AE99-E84A-9300-2547-05FB80950F49}"/>
          </ac:spMkLst>
        </pc:spChg>
        <pc:spChg chg="add mod">
          <ac:chgData name="d.mohanapriya95@outlook.com" userId="96b6f7c0349ee730" providerId="LiveId" clId="{EA7BFC2A-9185-401F-93BA-2FCC8FED350A}" dt="2026-04-27T14:33:24.151" v="97" actId="207"/>
          <ac:spMkLst>
            <pc:docMk/>
            <pc:sldMk cId="1223136857" sldId="280"/>
            <ac:spMk id="4" creationId="{C269F796-351F-EB9A-8135-3618D8F2BF75}"/>
          </ac:spMkLst>
        </pc:spChg>
        <pc:spChg chg="add mod">
          <ac:chgData name="d.mohanapriya95@outlook.com" userId="96b6f7c0349ee730" providerId="LiveId" clId="{EA7BFC2A-9185-401F-93BA-2FCC8FED350A}" dt="2026-04-27T14:33:48.703" v="100" actId="208"/>
          <ac:spMkLst>
            <pc:docMk/>
            <pc:sldMk cId="1223136857" sldId="280"/>
            <ac:spMk id="5" creationId="{230E8E16-ED9C-368E-1B02-B06089037DE9}"/>
          </ac:spMkLst>
        </pc:spChg>
        <pc:spChg chg="add mod">
          <ac:chgData name="d.mohanapriya95@outlook.com" userId="96b6f7c0349ee730" providerId="LiveId" clId="{EA7BFC2A-9185-401F-93BA-2FCC8FED350A}" dt="2026-04-27T14:34:19.843" v="107" actId="208"/>
          <ac:spMkLst>
            <pc:docMk/>
            <pc:sldMk cId="1223136857" sldId="280"/>
            <ac:spMk id="6" creationId="{D9F2D8AC-AA5A-0B72-05A6-06774AB23187}"/>
          </ac:spMkLst>
        </pc:spChg>
        <pc:picChg chg="add mod">
          <ac:chgData name="d.mohanapriya95@outlook.com" userId="96b6f7c0349ee730" providerId="LiveId" clId="{EA7BFC2A-9185-401F-93BA-2FCC8FED350A}" dt="2026-04-27T14:46:48.178" v="159" actId="1076"/>
          <ac:picMkLst>
            <pc:docMk/>
            <pc:sldMk cId="1223136857" sldId="280"/>
            <ac:picMk id="2" creationId="{A33EB37E-3552-E396-82D7-F1D90C394843}"/>
          </ac:picMkLst>
        </pc:picChg>
      </pc:sldChg>
      <pc:sldChg chg="addSp delSp modSp new del mod">
        <pc:chgData name="d.mohanapriya95@outlook.com" userId="96b6f7c0349ee730" providerId="LiveId" clId="{EA7BFC2A-9185-401F-93BA-2FCC8FED350A}" dt="2026-04-27T14:30:05.344" v="66" actId="2696"/>
        <pc:sldMkLst>
          <pc:docMk/>
          <pc:sldMk cId="2572750864" sldId="280"/>
        </pc:sldMkLst>
        <pc:spChg chg="mod">
          <ac:chgData name="d.mohanapriya95@outlook.com" userId="96b6f7c0349ee730" providerId="LiveId" clId="{EA7BFC2A-9185-401F-93BA-2FCC8FED350A}" dt="2026-04-27T14:29:48.578" v="63" actId="14100"/>
          <ac:spMkLst>
            <pc:docMk/>
            <pc:sldMk cId="2572750864" sldId="280"/>
            <ac:spMk id="2" creationId="{EBDE8105-7972-BAB1-A989-E8E1BC7CB025}"/>
          </ac:spMkLst>
        </pc:spChg>
        <pc:spChg chg="del">
          <ac:chgData name="d.mohanapriya95@outlook.com" userId="96b6f7c0349ee730" providerId="LiveId" clId="{EA7BFC2A-9185-401F-93BA-2FCC8FED350A}" dt="2026-04-27T14:29:06.593" v="47"/>
          <ac:spMkLst>
            <pc:docMk/>
            <pc:sldMk cId="2572750864" sldId="280"/>
            <ac:spMk id="3" creationId="{71AEF57E-F6B1-DBC8-D690-1A554D05F95D}"/>
          </ac:spMkLst>
        </pc:spChg>
        <pc:picChg chg="add mod">
          <ac:chgData name="d.mohanapriya95@outlook.com" userId="96b6f7c0349ee730" providerId="LiveId" clId="{EA7BFC2A-9185-401F-93BA-2FCC8FED350A}" dt="2026-04-27T14:29:53.082" v="65" actId="14100"/>
          <ac:picMkLst>
            <pc:docMk/>
            <pc:sldMk cId="2572750864" sldId="280"/>
            <ac:picMk id="4" creationId="{5B898A52-69CB-98AF-8033-4C87EEB9413C}"/>
          </ac:picMkLst>
        </pc:picChg>
      </pc:sldChg>
      <pc:sldChg chg="addSp modSp new del">
        <pc:chgData name="d.mohanapriya95@outlook.com" userId="96b6f7c0349ee730" providerId="LiveId" clId="{EA7BFC2A-9185-401F-93BA-2FCC8FED350A}" dt="2026-04-27T14:30:34.565" v="69" actId="2696"/>
        <pc:sldMkLst>
          <pc:docMk/>
          <pc:sldMk cId="3765284838" sldId="280"/>
        </pc:sldMkLst>
        <pc:picChg chg="add mod">
          <ac:chgData name="d.mohanapriya95@outlook.com" userId="96b6f7c0349ee730" providerId="LiveId" clId="{EA7BFC2A-9185-401F-93BA-2FCC8FED350A}" dt="2026-04-27T14:30:25.686" v="68"/>
          <ac:picMkLst>
            <pc:docMk/>
            <pc:sldMk cId="3765284838" sldId="280"/>
            <ac:picMk id="3" creationId="{1FE82FE6-78BC-7EA9-4AC5-4A5537173BF9}"/>
          </ac:picMkLst>
        </pc:picChg>
      </pc:sldChg>
      <pc:sldChg chg="addSp delSp modSp new mod">
        <pc:chgData name="d.mohanapriya95@outlook.com" userId="96b6f7c0349ee730" providerId="LiveId" clId="{EA7BFC2A-9185-401F-93BA-2FCC8FED350A}" dt="2026-04-27T14:42:20.525" v="130" actId="14100"/>
        <pc:sldMkLst>
          <pc:docMk/>
          <pc:sldMk cId="3027962545" sldId="281"/>
        </pc:sldMkLst>
        <pc:spChg chg="mod">
          <ac:chgData name="d.mohanapriya95@outlook.com" userId="96b6f7c0349ee730" providerId="LiveId" clId="{EA7BFC2A-9185-401F-93BA-2FCC8FED350A}" dt="2026-04-27T14:41:39.398" v="125" actId="255"/>
          <ac:spMkLst>
            <pc:docMk/>
            <pc:sldMk cId="3027962545" sldId="281"/>
            <ac:spMk id="2" creationId="{96CAA1A2-381E-C060-947E-0C2F1F505E53}"/>
          </ac:spMkLst>
        </pc:spChg>
        <pc:spChg chg="del">
          <ac:chgData name="d.mohanapriya95@outlook.com" userId="96b6f7c0349ee730" providerId="LiveId" clId="{EA7BFC2A-9185-401F-93BA-2FCC8FED350A}" dt="2026-04-27T14:40:20.595" v="116"/>
          <ac:spMkLst>
            <pc:docMk/>
            <pc:sldMk cId="3027962545" sldId="281"/>
            <ac:spMk id="3" creationId="{A939CE4A-DF59-482E-BC70-C78ACFC441D9}"/>
          </ac:spMkLst>
        </pc:spChg>
        <pc:spChg chg="add mod">
          <ac:chgData name="d.mohanapriya95@outlook.com" userId="96b6f7c0349ee730" providerId="LiveId" clId="{EA7BFC2A-9185-401F-93BA-2FCC8FED350A}" dt="2026-04-27T14:42:20.525" v="130" actId="14100"/>
          <ac:spMkLst>
            <pc:docMk/>
            <pc:sldMk cId="3027962545" sldId="281"/>
            <ac:spMk id="5" creationId="{1BB4EE64-90E6-59C7-64FD-BA29C3887B7D}"/>
          </ac:spMkLst>
        </pc:spChg>
        <pc:picChg chg="add mod">
          <ac:chgData name="d.mohanapriya95@outlook.com" userId="96b6f7c0349ee730" providerId="LiveId" clId="{EA7BFC2A-9185-401F-93BA-2FCC8FED350A}" dt="2026-04-27T14:40:47.408" v="123" actId="14100"/>
          <ac:picMkLst>
            <pc:docMk/>
            <pc:sldMk cId="3027962545" sldId="281"/>
            <ac:picMk id="4" creationId="{5DC21AA0-EB9E-D35F-2C1A-6333EEB7392E}"/>
          </ac:picMkLst>
        </pc:picChg>
      </pc:sldChg>
      <pc:sldChg chg="modSp new ord">
        <pc:chgData name="d.mohanapriya95@outlook.com" userId="96b6f7c0349ee730" providerId="LiveId" clId="{EA7BFC2A-9185-401F-93BA-2FCC8FED350A}" dt="2026-04-27T15:08:07.163" v="249"/>
        <pc:sldMkLst>
          <pc:docMk/>
          <pc:sldMk cId="3487983980" sldId="282"/>
        </pc:sldMkLst>
        <pc:spChg chg="mod">
          <ac:chgData name="d.mohanapriya95@outlook.com" userId="96b6f7c0349ee730" providerId="LiveId" clId="{EA7BFC2A-9185-401F-93BA-2FCC8FED350A}" dt="2026-04-27T15:05:39.631" v="247"/>
          <ac:spMkLst>
            <pc:docMk/>
            <pc:sldMk cId="3487983980" sldId="282"/>
            <ac:spMk id="2" creationId="{F337A489-CD4C-D136-A383-AE393DF21D3B}"/>
          </ac:spMkLst>
        </pc:spChg>
        <pc:spChg chg="mod">
          <ac:chgData name="d.mohanapriya95@outlook.com" userId="96b6f7c0349ee730" providerId="LiveId" clId="{EA7BFC2A-9185-401F-93BA-2FCC8FED350A}" dt="2026-04-27T15:08:07.163" v="249"/>
          <ac:spMkLst>
            <pc:docMk/>
            <pc:sldMk cId="3487983980" sldId="282"/>
            <ac:spMk id="3" creationId="{0BFA81AF-6997-2906-970D-252A1A0DC68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5DF53-1741-8D51-8599-011B7BAD11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DC4144-60FC-48F2-F2AD-E32F640A56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58F12-25F7-9607-1A3E-B0C588784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4CAC1-FCD3-4F8F-840D-0C34274BCB9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2D77E-A301-EFBB-47F7-2614A2AA3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75E12-F63A-3643-1D22-26AFC96D1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56B4D-AB28-4BC6-AF9E-A66ADFDC99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130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97AD6-CF9E-0A5E-E5DF-876700C9C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82564-2631-82F1-5D9B-F3BF7705D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88822-CADD-325D-E688-08F10AFF1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4CAC1-FCD3-4F8F-840D-0C34274BCB9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2AD55-219A-BDEF-85D1-AC445A75B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87F7C-D0F4-C5CC-8A18-CC25222F2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56B4D-AB28-4BC6-AF9E-A66ADFDC99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216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132F8-212F-93CC-88D6-CB18A27C8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8115A-DEAC-4D35-B37A-617141969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B1858-CD25-7969-F245-EF0C00AD0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4CAC1-FCD3-4F8F-840D-0C34274BCB9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F9279-EC94-A088-A84B-7D2FC3DF2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C7A86-8FC7-00CE-6A7A-09CDE510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56B4D-AB28-4BC6-AF9E-A66ADFDC99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764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73351-B8FA-E734-76CA-26328CB78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D7EA9-2732-7D07-511F-EB14802985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A504F3-4507-9AB7-BC24-416734A4F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4D45F1-81BF-A459-13BD-20EECB147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4CAC1-FCD3-4F8F-840D-0C34274BCB9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09E75C-433A-7860-6CA6-EC1ABD9BE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2ADA87-75DF-1009-C6DF-001A07A2B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56B4D-AB28-4BC6-AF9E-A66ADFDC99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702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6940D-E047-A802-276B-0630B9B40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7F7DA-4A6C-3E31-0CFB-12E98E97E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CE76F6-F2A5-D61C-10C5-1FB5F241B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C03701-D38D-E460-3F0E-44D4D12561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698F28-7B40-8767-4D62-E2B85F7274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F05B9A-A0E7-4F94-C2FB-6C2389541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4CAC1-FCD3-4F8F-840D-0C34274BCB9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EEA0C2-B08A-D62F-20A5-2446BE8DA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4B0E77-E7D9-5368-72C8-AC68C7272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56B4D-AB28-4BC6-AF9E-A66ADFDC99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450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E3919-DCE7-C4EB-679C-63ACDB7AF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0567DB-0252-542E-8BDC-E16A65509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4CAC1-FCD3-4F8F-840D-0C34274BCB9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24DC25-D257-5C57-EA11-E2EA34382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A2DA50-6108-7664-5672-C5F68F13B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56B4D-AB28-4BC6-AF9E-A66ADFDC99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6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7C17CE-70C4-48A5-E6BD-162B86D88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4CAC1-FCD3-4F8F-840D-0C34274BCB9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DB5271-13F6-4183-9FC6-C7D43955F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8072E-5B30-E761-A65E-3F9311C95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56B4D-AB28-4BC6-AF9E-A66ADFDC99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303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98F85-1E58-102A-75F5-22436A8E6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B6804-35BE-4690-88C5-E1FE49BBE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F60B55-C4AF-B732-33C4-560204553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3C5A8-3A5E-F6A1-E92A-E8AA9C40B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4CAC1-FCD3-4F8F-840D-0C34274BCB9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FDAC40-6BDB-0E0B-3AB0-A195B0B32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847616-C681-1679-740C-9645021AF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56B4D-AB28-4BC6-AF9E-A66ADFDC99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8501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B9FA3-7121-D62F-7F8B-A91F42988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DFDD21-B64D-386F-0448-0130E9BB03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2FFB0-314D-71AB-B8C1-1B62B3E22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38308-7AC0-5934-E473-B033F4AB5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4CAC1-FCD3-4F8F-840D-0C34274BCB9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A6DEE2-5F9C-4A14-744C-33D473B73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36602-9135-BB6A-B028-9B7AA0BB5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56B4D-AB28-4BC6-AF9E-A66ADFDC99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057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D52A1-428E-150D-C5E4-F0D8A371C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78666-666C-7ABE-5B12-6805BBF23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3B741-39B6-16FE-1B32-330C4119F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4CAC1-FCD3-4F8F-840D-0C34274BCB9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468FD-F39A-A116-9782-233B72A44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BB5C6-64E9-72B8-B7B9-8091E0763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56B4D-AB28-4BC6-AF9E-A66ADFDC99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767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DCCFBD-11A0-E480-8D9A-5551BF88C0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6CC8E-3076-9072-F0E0-2D960CDC8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C9B7E-42F8-6860-28ED-0525792D0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4CAC1-FCD3-4F8F-840D-0C34274BCB9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BC638-2619-CF35-531D-7712762CF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53B6E-DDFC-3C97-6E59-F51E30D86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56B4D-AB28-4BC6-AF9E-A66ADFDC99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620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7851E4-E01E-1748-5DEC-B382F6843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CE25E-D6BF-9772-69D7-2A6BF5A4C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EED08-B200-F919-0332-9C9F59D7A3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B4CAC1-FCD3-4F8F-840D-0C34274BCB9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C5121-A93A-5F87-0BBA-132C24B9FA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42C5B-46C7-E192-666E-24C0647EB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056B4D-AB28-4BC6-AF9E-A66ADFDC99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281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7A489-CD4C-D136-A383-AE393DF21D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 Case Management in Jira (Zephyr)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FA81AF-6997-2906-970D-252A1A0DC6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Focused on understanding the workflow and navigation of test case management in Jira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7983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3EB37E-3552-E396-82D7-F1D90C394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1" y="862780"/>
            <a:ext cx="12192000" cy="600259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269F796-351F-EB9A-8135-3618D8F2BF75}"/>
              </a:ext>
            </a:extLst>
          </p:cNvPr>
          <p:cNvSpPr/>
          <p:nvPr/>
        </p:nvSpPr>
        <p:spPr>
          <a:xfrm>
            <a:off x="2595716" y="127819"/>
            <a:ext cx="6715432" cy="5112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Zephyr Setup in Jira – Selecting Project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30E8E16-ED9C-368E-1B02-B06089037DE9}"/>
              </a:ext>
            </a:extLst>
          </p:cNvPr>
          <p:cNvSpPr/>
          <p:nvPr/>
        </p:nvSpPr>
        <p:spPr>
          <a:xfrm>
            <a:off x="7148052" y="3549445"/>
            <a:ext cx="1140542" cy="6292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9F2D8AC-AA5A-0B72-05A6-06774AB23187}"/>
              </a:ext>
            </a:extLst>
          </p:cNvPr>
          <p:cNvSpPr/>
          <p:nvPr/>
        </p:nvSpPr>
        <p:spPr>
          <a:xfrm>
            <a:off x="2281083" y="3549445"/>
            <a:ext cx="2172929" cy="7472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136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AA1A2-381E-C060-947E-0C2F1F505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91959"/>
          </a:xfrm>
        </p:spPr>
        <p:txBody>
          <a:bodyPr>
            <a:noAutofit/>
          </a:bodyPr>
          <a:lstStyle/>
          <a:p>
            <a:r>
              <a:rPr lang="en-US" sz="2800" dirty="0"/>
              <a:t>Creating Test Cases in Jira (Zephyr)</a:t>
            </a:r>
            <a:endParaRPr lang="en-IN" sz="28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DC21AA0-EB9E-D35F-2C1A-6333EEB739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953729"/>
            <a:ext cx="10695039" cy="5732206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1BB4EE64-90E6-59C7-64FD-BA29C3887B7D}"/>
              </a:ext>
            </a:extLst>
          </p:cNvPr>
          <p:cNvSpPr/>
          <p:nvPr/>
        </p:nvSpPr>
        <p:spPr>
          <a:xfrm>
            <a:off x="4355690" y="3254477"/>
            <a:ext cx="1219199" cy="5211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962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9CDC5-D4C2-FA79-100C-0526D5E824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6013" y="18561"/>
            <a:ext cx="9144000" cy="551710"/>
          </a:xfrm>
        </p:spPr>
        <p:txBody>
          <a:bodyPr>
            <a:normAutofit/>
          </a:bodyPr>
          <a:lstStyle/>
          <a:p>
            <a:r>
              <a:rPr lang="en-US" sz="2600" dirty="0"/>
              <a:t>Writing a Test Case – Registration Functionality</a:t>
            </a:r>
            <a:endParaRPr lang="en-IN" sz="2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6C600E-2DD3-F475-A690-8097B4F6E3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66F676-BA38-7D9A-702C-8751D45F7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0666"/>
            <a:ext cx="12192000" cy="614134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195DC7D0-2210-96BE-B7EA-570B9AF3708E}"/>
              </a:ext>
            </a:extLst>
          </p:cNvPr>
          <p:cNvSpPr/>
          <p:nvPr/>
        </p:nvSpPr>
        <p:spPr>
          <a:xfrm>
            <a:off x="4129548" y="3501811"/>
            <a:ext cx="1651819" cy="5589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BFAA4AB-5C22-E6D1-343D-E56F355874E9}"/>
              </a:ext>
            </a:extLst>
          </p:cNvPr>
          <p:cNvSpPr/>
          <p:nvPr/>
        </p:nvSpPr>
        <p:spPr>
          <a:xfrm>
            <a:off x="8868697" y="5506065"/>
            <a:ext cx="1504335" cy="6814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140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EA054-B149-A0D9-2FE7-DCE864C3BE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348" y="80144"/>
            <a:ext cx="9144000" cy="696604"/>
          </a:xfrm>
        </p:spPr>
        <p:txBody>
          <a:bodyPr>
            <a:normAutofit/>
          </a:bodyPr>
          <a:lstStyle/>
          <a:p>
            <a:r>
              <a:rPr lang="en-IN" sz="3000" dirty="0"/>
              <a:t>Test Cycle Creation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819529-5063-2315-8698-4E4F03DCA6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445AC8-EAE2-338C-FFBC-E7BD86DED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6748"/>
            <a:ext cx="12192000" cy="6072891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4442F87-8577-9C37-7787-6132A8799EB8}"/>
              </a:ext>
            </a:extLst>
          </p:cNvPr>
          <p:cNvSpPr/>
          <p:nvPr/>
        </p:nvSpPr>
        <p:spPr>
          <a:xfrm>
            <a:off x="2664542" y="2851355"/>
            <a:ext cx="875072" cy="5014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0B06808-4A4E-325F-0478-5F9222056FD9}"/>
              </a:ext>
            </a:extLst>
          </p:cNvPr>
          <p:cNvCxnSpPr/>
          <p:nvPr/>
        </p:nvCxnSpPr>
        <p:spPr>
          <a:xfrm>
            <a:off x="9193161" y="5338916"/>
            <a:ext cx="216310" cy="3637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EB0BD84-A2D5-7D97-E465-3D70B383E27D}"/>
              </a:ext>
            </a:extLst>
          </p:cNvPr>
          <p:cNvCxnSpPr/>
          <p:nvPr/>
        </p:nvCxnSpPr>
        <p:spPr>
          <a:xfrm>
            <a:off x="5132439" y="3352800"/>
            <a:ext cx="0" cy="3441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442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A3E4F-520B-DD86-C18A-48417F5F11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995A15-D03E-1F4A-8EE3-06BFFFB5E9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F73F2E-6933-436D-7CCF-7B2EF07DE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442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714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498F8-DF0C-91EA-7C03-8BDD1D5DE0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424D4-5392-3E2F-D452-167F5969B7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8C648B-AD41-B611-918D-98B183CF5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66"/>
            <a:ext cx="12192000" cy="684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208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8D295-F72A-6BB1-8F76-6B6079493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5342" y="153157"/>
            <a:ext cx="9144000" cy="477837"/>
          </a:xfrm>
        </p:spPr>
        <p:txBody>
          <a:bodyPr>
            <a:noAutofit/>
          </a:bodyPr>
          <a:lstStyle/>
          <a:p>
            <a:r>
              <a:rPr lang="en-IN" sz="3200" dirty="0"/>
              <a:t>Test Cycle  Execution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B4DEBA-6D6C-CFCE-4127-2C1A6590FD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145F20-93FC-BF74-10DA-1CC7AA236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0994"/>
            <a:ext cx="12192000" cy="6073849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31330DD-3523-6733-3FC0-C48F8C54C072}"/>
              </a:ext>
            </a:extLst>
          </p:cNvPr>
          <p:cNvCxnSpPr/>
          <p:nvPr/>
        </p:nvCxnSpPr>
        <p:spPr>
          <a:xfrm flipH="1">
            <a:off x="4247535" y="2762865"/>
            <a:ext cx="167149" cy="3146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9B9469-248A-1BAA-CCC2-C83C09BA1F0D}"/>
              </a:ext>
            </a:extLst>
          </p:cNvPr>
          <p:cNvCxnSpPr/>
          <p:nvPr/>
        </p:nvCxnSpPr>
        <p:spPr>
          <a:xfrm flipH="1">
            <a:off x="2399071" y="3429000"/>
            <a:ext cx="196645" cy="1730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676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46EE7-841A-A4E0-782E-7175D0DCC9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B39565-6217-49AD-1EE6-9E83AC8BD8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24A573-29FA-85AA-0CAF-5A66FB6C6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66"/>
            <a:ext cx="12192000" cy="684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215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E1C40-E2B4-7A47-BB57-483B617F44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DCB9C8-6F50-A26D-007E-CD21503AA7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9BD449-C6FD-9D3C-EFE1-93E8B1633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66"/>
            <a:ext cx="12192000" cy="684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334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0C887-2005-B918-59A3-F4759618E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7355" y="139137"/>
            <a:ext cx="9144000" cy="588450"/>
          </a:xfrm>
        </p:spPr>
        <p:txBody>
          <a:bodyPr>
            <a:normAutofit/>
          </a:bodyPr>
          <a:lstStyle/>
          <a:p>
            <a:r>
              <a:rPr lang="en-IN" sz="3600" dirty="0"/>
              <a:t>Generating Test Reports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9E4933-088E-94C8-041D-82A023C455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A244D6-A926-6DE0-B931-BAFE6EDAF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7587"/>
            <a:ext cx="12192000" cy="612763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3CADFC-C2AE-8D3A-0F81-FE2578B390AD}"/>
              </a:ext>
            </a:extLst>
          </p:cNvPr>
          <p:cNvCxnSpPr/>
          <p:nvPr/>
        </p:nvCxnSpPr>
        <p:spPr>
          <a:xfrm>
            <a:off x="4267200" y="2703871"/>
            <a:ext cx="0" cy="2851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6958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F8C2C-A49E-5EAC-C0B9-22E45C313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7820"/>
            <a:ext cx="9144000" cy="589936"/>
          </a:xfrm>
        </p:spPr>
        <p:txBody>
          <a:bodyPr>
            <a:normAutofit/>
          </a:bodyPr>
          <a:lstStyle/>
          <a:p>
            <a:r>
              <a:rPr lang="en-IN" sz="3000" dirty="0"/>
              <a:t>Test Execution Results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A6743F-A7C5-920C-6A7D-40452CEFDF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2F180-2FD2-832B-B77D-56C94C34B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7756"/>
            <a:ext cx="12192000" cy="609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763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56</Words>
  <Application>Microsoft Office PowerPoint</Application>
  <PresentationFormat>Widescreen</PresentationFormat>
  <Paragraphs>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Test Case Management in Jira (Zephyr)</vt:lpstr>
      <vt:lpstr>PowerPoint Presentation</vt:lpstr>
      <vt:lpstr>Creating Test Cases in Jira (Zephyr)</vt:lpstr>
      <vt:lpstr>Writing a Test Case – Registration Functionality</vt:lpstr>
      <vt:lpstr>Test Cycle Creation</vt:lpstr>
      <vt:lpstr>PowerPoint Presentation</vt:lpstr>
      <vt:lpstr>PowerPoint Presentation</vt:lpstr>
      <vt:lpstr>Test Cycle  Execution</vt:lpstr>
      <vt:lpstr>PowerPoint Presentation</vt:lpstr>
      <vt:lpstr>PowerPoint Presentation</vt:lpstr>
      <vt:lpstr>Generating Test Reports</vt:lpstr>
      <vt:lpstr>Test Execution Results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d.mohanapriya95@outlook.com</dc:creator>
  <cp:lastModifiedBy>d.mohanapriya95@outlook.com</cp:lastModifiedBy>
  <cp:revision>5</cp:revision>
  <dcterms:created xsi:type="dcterms:W3CDTF">2026-04-27T05:01:45Z</dcterms:created>
  <dcterms:modified xsi:type="dcterms:W3CDTF">2026-04-27T15:08:17Z</dcterms:modified>
</cp:coreProperties>
</file>